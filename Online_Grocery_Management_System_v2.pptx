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4" r:id="rId13"/>
    <p:sldId id="268" r:id="rId14"/>
    <p:sldId id="269" r:id="rId15"/>
    <p:sldId id="271" r:id="rId16"/>
    <p:sldId id="272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9807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🛒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800" dirty="0">
                <a:solidFill>
                  <a:srgbClr val="A5D6A7"/>
                </a:solidFill>
              </a:rPr>
              <a:t>FRESH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800" dirty="0">
                <a:solidFill>
                  <a:srgbClr val="FFFFFF"/>
                </a:solidFill>
              </a:rPr>
              <a:t>GROCERY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2651760" cy="36576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880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5D6A7"/>
                </a:solidFill>
              </a:rPr>
              <a:t>Ganpat University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5D6A7"/>
                </a:solidFill>
              </a:rPr>
              <a:t>B. S. Patel Polytechnic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0" y="731520"/>
            <a:ext cx="4389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Grocery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4480560" y="2514600"/>
            <a:ext cx="4114800" cy="36576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6517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33832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Darji Harsh(22171371017)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Ajmeri Danish(23171371001)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</a:rPr>
              <a:t>Kadiya</a:t>
            </a:r>
            <a:r>
              <a:rPr lang="en-US" sz="1300" b="1" dirty="0">
                <a:solidFill>
                  <a:srgbClr val="FFFFFF"/>
                </a:solidFill>
              </a:rPr>
              <a:t> Krish(23171371030)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</a:rPr>
              <a:t>Kadiya</a:t>
            </a:r>
            <a:r>
              <a:rPr lang="en-US" sz="1300" b="1" dirty="0">
                <a:solidFill>
                  <a:srgbClr val="FFFFFF"/>
                </a:solidFill>
              </a:rPr>
              <a:t> Neel(23171371031)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46634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64008" cy="16459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🏬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Physical Travel Required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64592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Customers must physically visit stores, wasting time and energy on commuting.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83174" y="109728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64008" cy="16459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⏰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0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Limited Store Hours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164592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Shopping restricted to fixed hours — no convenience for busy schedules.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26080"/>
            <a:ext cx="64008" cy="16459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🧍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097280" y="3063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Crowds &amp; Long Queues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47472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Dealing with crowded aisles and long checkout queues is frustrating.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926080"/>
            <a:ext cx="64008" cy="16459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86400" y="3063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Hard to Compare Prices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347472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Manual price comparison across multiple stores is tedious and time-consuming.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Proposed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46E7A"/>
                </a:solidFill>
              </a:rPr>
              <a:t>FreshGrocery — A seamless web platform for ordering groceries online, anytime, from anywhere.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1856232"/>
            <a:ext cx="914400" cy="9144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8562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</a:rPr>
              <a:t>User Registration &amp; Login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78308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23360" y="1856232"/>
            <a:ext cx="914400" cy="9144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18562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91840" y="27889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</a:rPr>
              <a:t>Browse &amp; Search Products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78308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0" y="1856232"/>
            <a:ext cx="914400" cy="9144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8562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26480" y="27889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</a:rPr>
              <a:t>Add to Cart &amp; Checkout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188720" y="3410712"/>
            <a:ext cx="914400" cy="9144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341071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57200" y="43434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</a:rPr>
              <a:t>Order Tracking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333756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023360" y="3410712"/>
            <a:ext cx="914400" cy="9144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0" y="341071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291840" y="43434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</a:rPr>
              <a:t>Home Delivery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333756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0" y="3410712"/>
            <a:ext cx="914400" cy="9144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341071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126480" y="43434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</a:rPr>
              <a:t>Admin Product Management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System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914400"/>
            <a:ext cx="2743200" cy="36576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8412480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" y="1170432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170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17043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5D6A7"/>
                </a:solidFill>
              </a:rPr>
              <a:t>24/7 Availability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117043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Enable customers to shop for groceries round-the-clock without store hour restrictions.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8412480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920240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5D6A7"/>
                </a:solidFill>
              </a:rPr>
              <a:t>Convenient Shopping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9202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Eliminate physical travel; let users browse and order from the comfort of their homes.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96896"/>
            <a:ext cx="8412480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" y="2670048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670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6700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5D6A7"/>
                </a:solidFill>
              </a:rPr>
              <a:t>Easy Price Comparison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267004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Display all products with prices clearly so users can make informed purchasing decisions.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46704"/>
            <a:ext cx="8412480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" y="3419856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34198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341985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5D6A7"/>
                </a:solidFill>
              </a:rPr>
              <a:t>Secure Transactions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341985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Ensure safe user authentication, order processing, and payment handling.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8412480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" y="4169664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4169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416966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5D6A7"/>
                </a:solidFill>
              </a:rPr>
              <a:t>Admin Control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416966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Give admins full control to manage products, orders, and user accounts efficiently.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6974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🖥️  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</a:rPr>
              <a:t>HTML5 • </a:t>
            </a:r>
            <a:r>
              <a:rPr lang="en-US" sz="1300" dirty="0" smtClean="0">
                <a:solidFill>
                  <a:srgbClr val="546E7A"/>
                </a:solidFill>
              </a:rPr>
              <a:t>CSS• </a:t>
            </a:r>
            <a:r>
              <a:rPr lang="en-US" sz="1300" dirty="0">
                <a:solidFill>
                  <a:srgbClr val="546E7A"/>
                </a:solidFill>
              </a:rPr>
              <a:t>JavaScript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97280"/>
            <a:ext cx="269748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97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 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64592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</a:rPr>
              <a:t>Python / </a:t>
            </a:r>
            <a:r>
              <a:rPr lang="en-US" sz="1300" dirty="0" smtClean="0">
                <a:solidFill>
                  <a:srgbClr val="546E7A"/>
                </a:solidFill>
              </a:rPr>
              <a:t>PHP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09728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097280"/>
            <a:ext cx="2697480" cy="4572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097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🗄️  Database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64592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</a:rPr>
              <a:t>MySQL / SQLite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26080"/>
            <a:ext cx="2697480" cy="45720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260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🛠️  Dev Tools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</a:rPr>
              <a:t>VS Code • </a:t>
            </a:r>
            <a:r>
              <a:rPr lang="en-US" sz="1300" dirty="0" err="1" smtClean="0">
                <a:solidFill>
                  <a:srgbClr val="546E7A"/>
                </a:solidFill>
              </a:rPr>
              <a:t>wamp</a:t>
            </a:r>
            <a:r>
              <a:rPr lang="en-US" sz="1300" dirty="0" smtClean="0">
                <a:solidFill>
                  <a:srgbClr val="546E7A"/>
                </a:solidFill>
              </a:rPr>
              <a:t>• </a:t>
            </a:r>
            <a:r>
              <a:rPr lang="en-US" sz="1300" dirty="0">
                <a:solidFill>
                  <a:srgbClr val="546E7A"/>
                </a:solidFill>
              </a:rPr>
              <a:t>Git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26080"/>
            <a:ext cx="2697480" cy="45720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9260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☁️  Hosting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37560" y="347472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</a:rPr>
              <a:t>Local / Cloud Server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80760" y="2926080"/>
            <a:ext cx="2697480" cy="457200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9260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🔐  Security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347472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</a:rPr>
              <a:t>Session Auth • Password 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Use Case Diagram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41148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70018" y="1030986"/>
            <a:ext cx="4206240" cy="41376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4632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</a:rPr>
              <a:t>👤 User Actions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846320" y="16002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</a:rPr>
              <a:t>▸  Registration &amp; Login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46320" y="19842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</a:rPr>
              <a:t>▸  View Products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46320" y="23682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</a:rPr>
              <a:t>▸  Add to Cart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46320" y="27523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</a:rPr>
              <a:t>▸  Buy Product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46320" y="31363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</a:rPr>
              <a:t>▸  Reviews &amp; Feedback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54880" y="3657600"/>
            <a:ext cx="3840480" cy="36576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3749040"/>
            <a:ext cx="3840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</a:rPr>
              <a:t>🔧 Admin Actions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846320" y="4146804"/>
            <a:ext cx="3840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</a:rPr>
              <a:t>▸  Manage Products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46320" y="4503420"/>
            <a:ext cx="3840480" cy="23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</a:rPr>
              <a:t>▸  Manage Orders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46320" y="4809744"/>
            <a:ext cx="3840480" cy="237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</a:rPr>
              <a:t>▸  Manage Account Details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Activity Diagram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384048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389120" y="1005840"/>
            <a:ext cx="44805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32"/>
                </a:solidFill>
              </a:rPr>
              <a:t>Process Flow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2000" y="1636776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0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0" y="1600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Customer Starts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75120" y="1600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System shows products &amp; offers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0" y="2167128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21671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0" y="213055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Search Products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75120" y="21305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Check availability → show or out-of-stock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0" y="2697480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0" y="2697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0" y="266090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Add to Cart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675120" y="266090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Select product option &amp; quantity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0" y="3227832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0" y="32278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029200" y="319125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Checkout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675120" y="319125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Display purchase information form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0" y="3758184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0" y="3758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29200" y="37216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Order Confirmed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675120" y="37216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Display order &amp; shipping details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0" y="4288536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0" y="42885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029200" y="4251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Delivery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675120" y="4251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Courier ships product to customer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Data Flow Diagrams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411480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Level 0 DFD — Context Diagram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463040"/>
            <a:ext cx="3840480" cy="3246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63440" y="1005840"/>
            <a:ext cx="4297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1005840"/>
            <a:ext cx="4297680" cy="4114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Level 1 DFD — System Modules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1463040"/>
            <a:ext cx="4114800" cy="3246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Entity Relationship Diagram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05840"/>
            <a:ext cx="502920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1005840"/>
            <a:ext cx="3291840" cy="39319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1097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Entities &amp; Relationships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06440" y="1600200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63677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Customer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97880" y="19019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Buys → Products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Belongs → Online Shopping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Does → Payment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06440" y="2468880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250545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Products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97880" y="277063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Has → Category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Added to → Cart Item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06440" y="3337560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97880" y="337413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Payment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97880" y="363931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Done → Cart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806440" y="4206240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7880" y="424281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Cart Item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97880" y="450799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Made → Cart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Key Modules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743200" cy="1645920"/>
          </a:xfrm>
          <a:prstGeom prst="rect">
            <a:avLst/>
          </a:prstGeom>
          <a:solidFill>
            <a:srgbClr val="1B5E20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1097280"/>
            <a:ext cx="822960" cy="82296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097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5D6A7"/>
                </a:solidFill>
              </a:rPr>
              <a:t>Login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3134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Registration, authentication, logout, forgot password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1645920"/>
          </a:xfrm>
          <a:prstGeom prst="rect">
            <a:avLst/>
          </a:prstGeom>
          <a:solidFill>
            <a:srgbClr val="1B5E20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1097280"/>
            <a:ext cx="822960" cy="82296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097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1965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5D6A7"/>
                </a:solidFill>
              </a:rPr>
              <a:t>Customer Management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3134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User profile, address, account details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743200" cy="1645920"/>
          </a:xfrm>
          <a:prstGeom prst="rect">
            <a:avLst/>
          </a:prstGeom>
          <a:solidFill>
            <a:srgbClr val="1B5E20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0" y="1097280"/>
            <a:ext cx="822960" cy="82296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097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🛍️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1965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5D6A7"/>
                </a:solidFill>
              </a:rPr>
              <a:t>Shopping Management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3134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Browse categories, search, filter products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2743200" cy="1645920"/>
          </a:xfrm>
          <a:prstGeom prst="rect">
            <a:avLst/>
          </a:prstGeom>
          <a:solidFill>
            <a:srgbClr val="1B5E20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88720" y="3017520"/>
            <a:ext cx="822960" cy="82296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5760" y="38862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5D6A7"/>
                </a:solidFill>
              </a:rPr>
              <a:t>Cart &amp; Checkout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2336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Add to cart, update quantity, checkout flow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2926080"/>
            <a:ext cx="2743200" cy="1645920"/>
          </a:xfrm>
          <a:prstGeom prst="rect">
            <a:avLst/>
          </a:prstGeom>
          <a:solidFill>
            <a:srgbClr val="1B5E20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3017520"/>
            <a:ext cx="822960" cy="82296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291840" y="38862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5D6A7"/>
                </a:solidFill>
              </a:rPr>
              <a:t>Order Management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91840" y="42336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Place orders, admin verifies and tracks delivery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2926080"/>
            <a:ext cx="2743200" cy="1645920"/>
          </a:xfrm>
          <a:prstGeom prst="rect">
            <a:avLst/>
          </a:prstGeom>
          <a:solidFill>
            <a:srgbClr val="1B5E20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0" y="3017520"/>
            <a:ext cx="822960" cy="82296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217920" y="38862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5D6A7"/>
                </a:solidFill>
              </a:rPr>
              <a:t>Payment Management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0" y="42336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Cash on delivery; future: online payment gateways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Functional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61288"/>
            <a:ext cx="292608" cy="29260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612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09728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</a:rPr>
              <a:t>Registration &amp; Login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292608" cy="29260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83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</a:rPr>
              <a:t>View &amp; Search Products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04872"/>
            <a:ext cx="292608" cy="29260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404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234086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</a:rPr>
              <a:t>Add to Cart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026664"/>
            <a:ext cx="292608" cy="29260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0266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296265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</a:rPr>
              <a:t>Product Details (name, price, image)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648456"/>
            <a:ext cx="292608" cy="29260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6484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35844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</a:rPr>
              <a:t>Checkout with Delivery Info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4270248"/>
            <a:ext cx="292608" cy="29260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2702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420624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</a:rPr>
              <a:t>Cash on Delivery Payment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1051560"/>
            <a:ext cx="36576" cy="3840480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161288"/>
            <a:ext cx="292608" cy="29260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1612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38928" y="109728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</a:rPr>
              <a:t>Admin: Add / Edit / Delete Products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1783080"/>
            <a:ext cx="292608" cy="29260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783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38928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</a:rPr>
              <a:t>Admin: Verify &amp; Update Orders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2404872"/>
            <a:ext cx="292608" cy="29260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404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38928" y="234086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</a:rPr>
              <a:t>Logout &amp; Forgot Password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3026664"/>
            <a:ext cx="292608" cy="29260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0266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38928" y="296265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</a:rPr>
              <a:t>User Feedback &amp; Reviews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54880" y="3648456"/>
            <a:ext cx="292608" cy="29260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6484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38928" y="35844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</a:rPr>
              <a:t>Delivery Time Slot Selection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754880" y="4270248"/>
            <a:ext cx="292608" cy="29260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42702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38928" y="420624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</a:rPr>
              <a:t>Order History &amp; Tracking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Data Dictionary</a:t>
            </a:r>
            <a:endParaRPr lang="en-US" sz="30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62" y="970700"/>
            <a:ext cx="3986869" cy="21079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512" y="970700"/>
            <a:ext cx="4363300" cy="210799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168" y="3236179"/>
            <a:ext cx="3874688" cy="184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799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UI Design — Login &amp; Product Catalog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420624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🔑  Login Page</a:t>
            </a:r>
            <a:endParaRPr lang="en-US" sz="1400" dirty="0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" y="2203770"/>
            <a:ext cx="4023360" cy="200641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63440" y="1005840"/>
            <a:ext cx="4297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1005840"/>
            <a:ext cx="4297680" cy="4114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060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🛍️  Product Catalog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1481328"/>
            <a:ext cx="4114800" cy="32735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UI Design — Cart &amp; Checkout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4206240" cy="411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🛒  Shopping Cart</a:t>
            </a:r>
            <a:endParaRPr lang="en-US" sz="1400" dirty="0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" y="1528080"/>
            <a:ext cx="4023360" cy="31623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63440" y="1005840"/>
            <a:ext cx="4297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1005840"/>
            <a:ext cx="4297680" cy="41148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060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 Checkout Page</a:t>
            </a:r>
            <a:endParaRPr lang="en-US" sz="1400" dirty="0"/>
          </a:p>
        </p:txBody>
      </p:sp>
      <p:pic>
        <p:nvPicPr>
          <p:cNvPr id="11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880" y="2176895"/>
            <a:ext cx="4114800" cy="18824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Future Scope &amp;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54864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1188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Subscription Services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Recurring orders for frequently purchased items — auto-replenishment.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97280"/>
            <a:ext cx="54864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623560" y="1188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Mobile App (iOS/Android)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23560" y="15544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Native mobile app for on-the-go shopping with push notifications.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95728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95728"/>
            <a:ext cx="54864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4871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🍽️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887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Recipe Integration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28529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Browse recipes and auto-add required ingredients to cart.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395728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395728"/>
            <a:ext cx="54864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4871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62356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Advanced Payments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23560" y="28529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Credit/debit cards, digital wallets, net banking beyond Cash on Delivery.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694176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94176"/>
            <a:ext cx="54864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78561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188720" y="37856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AI Recommendations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4151376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Personalized product suggestions based on purchase history.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694176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94176"/>
            <a:ext cx="54864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78561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623560" y="37856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Multi-Store Support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23560" y="4151376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Expand to manage multiple store locations, inventory, and fulfilment.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914400"/>
            <a:ext cx="2743200" cy="36576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097280"/>
            <a:ext cx="7680960" cy="530352"/>
          </a:xfrm>
          <a:prstGeom prst="rect">
            <a:avLst/>
          </a:prstGeom>
          <a:solidFill>
            <a:srgbClr val="1B5E2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9728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🕐  Saves time — no physical travel, crowds, or waiting in queues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719072"/>
            <a:ext cx="7680960" cy="530352"/>
          </a:xfrm>
          <a:prstGeom prst="rect">
            <a:avLst/>
          </a:prstGeom>
          <a:solidFill>
            <a:srgbClr val="1B5E2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19072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🌐  24/7 availability — shop from the comfort of home, anytime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340864"/>
            <a:ext cx="7680960" cy="530352"/>
          </a:xfrm>
          <a:prstGeom prst="rect">
            <a:avLst/>
          </a:prstGeom>
          <a:solidFill>
            <a:srgbClr val="1B5E2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40864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💰  Easy price comparison with just a few clicks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962656"/>
            <a:ext cx="7680960" cy="530352"/>
          </a:xfrm>
          <a:prstGeom prst="rect">
            <a:avLst/>
          </a:prstGeom>
          <a:solidFill>
            <a:srgbClr val="1B5E2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62656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🚚  Reliable home delivery at selected time slots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584448"/>
            <a:ext cx="7680960" cy="530352"/>
          </a:xfrm>
          <a:prstGeom prst="rect">
            <a:avLst/>
          </a:prstGeom>
          <a:solidFill>
            <a:srgbClr val="1B5E2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584448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⭐  Customers can give feedback and reviews for better service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206240"/>
            <a:ext cx="7680960" cy="530352"/>
          </a:xfrm>
          <a:prstGeom prst="rect">
            <a:avLst/>
          </a:prstGeom>
          <a:solidFill>
            <a:srgbClr val="1B5E2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0624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📈  Scalable platform with a strong roadmap for future enhancements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0" y="4572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0" dirty="0">
                <a:solidFill>
                  <a:srgbClr val="000000"/>
                </a:solidFill>
              </a:rPr>
              <a:t>🛒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</a:rPr>
              <a:t>Thank You!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2771335" y="3014003"/>
            <a:ext cx="3657600" cy="45720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4572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747</Words>
  <Application>Microsoft Office PowerPoint</Application>
  <PresentationFormat>On-screen Show (16:9)</PresentationFormat>
  <Paragraphs>209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Grocery Management System</dc:title>
  <dc:subject>PptxGenJS Presentation</dc:subject>
  <dc:creator>PptxGenJS</dc:creator>
  <cp:lastModifiedBy>Microsoft account</cp:lastModifiedBy>
  <cp:revision>10</cp:revision>
  <dcterms:created xsi:type="dcterms:W3CDTF">2026-03-05T10:03:13Z</dcterms:created>
  <dcterms:modified xsi:type="dcterms:W3CDTF">2026-03-09T09:21:11Z</dcterms:modified>
</cp:coreProperties>
</file>