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9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9807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4864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🛒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274320" y="16459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kern="0" spc="800" dirty="0">
                <a:solidFill>
                  <a:srgbClr val="A5D6A7"/>
                </a:solidFill>
              </a:rPr>
              <a:t>FRESH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4320" y="21031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kern="0" spc="800" dirty="0">
                <a:solidFill>
                  <a:srgbClr val="FFFFFF"/>
                </a:solidFill>
              </a:rPr>
              <a:t>GROCERY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731520" y="2743200"/>
            <a:ext cx="2651760" cy="36576"/>
          </a:xfrm>
          <a:prstGeom prst="rect">
            <a:avLst/>
          </a:prstGeom>
          <a:solidFill>
            <a:srgbClr val="A5D6A7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88036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5D6A7"/>
                </a:solidFill>
              </a:rPr>
              <a:t>Ganpat University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5D6A7"/>
                </a:solidFill>
              </a:rPr>
              <a:t>B. S. Patel Polytechnic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80560" y="731520"/>
            <a:ext cx="4389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Grocery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System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480560" y="2514600"/>
            <a:ext cx="4114800" cy="36576"/>
          </a:xfrm>
          <a:prstGeom prst="rect">
            <a:avLst/>
          </a:prstGeom>
          <a:solidFill>
            <a:srgbClr val="A5D6A7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65176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80560" y="33832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Darji Harsh(22171371017)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Ajmeri Danish(23171371001)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</a:rPr>
              <a:t>Kadiya</a:t>
            </a:r>
            <a:r>
              <a:rPr lang="en-US" sz="1300" b="1" dirty="0">
                <a:solidFill>
                  <a:srgbClr val="FFFFFF"/>
                </a:solidFill>
              </a:rPr>
              <a:t> Krish(23171371030)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</a:rPr>
              <a:t>Kadiya</a:t>
            </a:r>
            <a:r>
              <a:rPr lang="en-US" sz="1300" b="1" dirty="0">
                <a:solidFill>
                  <a:srgbClr val="FFFFFF"/>
                </a:solidFill>
              </a:rPr>
              <a:t> Neel(23171371031)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46634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Problem Statement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2062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64008" cy="1645920"/>
          </a:xfrm>
          <a:prstGeom prst="rect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34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🏬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97280" y="12344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</a:rPr>
              <a:t>Physical Travel Required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64592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Customers must physically visit stores, wasting time and energy on commuting.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2062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645920"/>
          </a:xfrm>
          <a:prstGeom prst="rect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234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⏰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486400" y="12344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</a:rPr>
              <a:t>Limited Store Hours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164592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Shopping restricted to fixed hours — no convenience for busy schedules.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926080"/>
            <a:ext cx="42062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926080"/>
            <a:ext cx="64008" cy="1645920"/>
          </a:xfrm>
          <a:prstGeom prst="rect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097280" y="30632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</a:rPr>
              <a:t>Crowds &amp; Long Queues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347472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Dealing with crowded aisles and long checkout queues is frustrating.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926080"/>
            <a:ext cx="42062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2926080"/>
            <a:ext cx="64008" cy="1645920"/>
          </a:xfrm>
          <a:prstGeom prst="rect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💸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5486400" y="30632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</a:rPr>
              <a:t>Hard to Compare Prices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0" y="347472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Manual price comparison across multiple stores is tedious and time-consuming.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Proposed Solution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546E7A"/>
                </a:solidFill>
              </a:rPr>
              <a:t>FreshGrocery — A seamless web platform for ordering groceries online, anytime, from anywhere.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26060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88720" y="1856232"/>
            <a:ext cx="914400" cy="914400"/>
          </a:xfrm>
          <a:prstGeom prst="ellipse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1856232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</a:rPr>
              <a:t>User Registration &amp; Login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783080"/>
            <a:ext cx="26060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023360" y="1856232"/>
            <a:ext cx="914400" cy="914400"/>
          </a:xfrm>
          <a:prstGeom prst="ellipse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23360" y="1856232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291840" y="27889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</a:rPr>
              <a:t>Browse &amp; Search Products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783080"/>
            <a:ext cx="26060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858000" y="1856232"/>
            <a:ext cx="914400" cy="914400"/>
          </a:xfrm>
          <a:prstGeom prst="ellipse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0" y="1856232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🛒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126480" y="27889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</a:rPr>
              <a:t>Add to Cart &amp; Checkout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337560"/>
            <a:ext cx="26060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188720" y="3410712"/>
            <a:ext cx="914400" cy="914400"/>
          </a:xfrm>
          <a:prstGeom prst="ellipse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3410712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📦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57200" y="43434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</a:rPr>
              <a:t>Order Tracking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0" y="3337560"/>
            <a:ext cx="26060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023360" y="3410712"/>
            <a:ext cx="914400" cy="914400"/>
          </a:xfrm>
          <a:prstGeom prst="ellipse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23360" y="3410712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🏠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3291840" y="43434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</a:rPr>
              <a:t>Home Delivery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35040" y="3337560"/>
            <a:ext cx="26060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58000" y="3410712"/>
            <a:ext cx="914400" cy="914400"/>
          </a:xfrm>
          <a:prstGeom prst="ellipse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0" y="3410712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6126480" y="43434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</a:rPr>
              <a:t>Admin Product Management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System Objectives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00400" y="914400"/>
            <a:ext cx="2743200" cy="36576"/>
          </a:xfrm>
          <a:prstGeom prst="rect">
            <a:avLst/>
          </a:prstGeom>
          <a:solidFill>
            <a:srgbClr val="A5D6A7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97280"/>
            <a:ext cx="8412480" cy="658368"/>
          </a:xfrm>
          <a:prstGeom prst="rect">
            <a:avLst/>
          </a:prstGeom>
          <a:solidFill>
            <a:srgbClr val="1B5E2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0624" y="1170432"/>
            <a:ext cx="502920" cy="50292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704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117043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D6A7"/>
                </a:solidFill>
              </a:rPr>
              <a:t>24/7 Availability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83280" y="1170432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Enable customers to shop for groceries round-the-clock without store hour restrictions.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847088"/>
            <a:ext cx="8412480" cy="658368"/>
          </a:xfrm>
          <a:prstGeom prst="rect">
            <a:avLst/>
          </a:prstGeom>
          <a:solidFill>
            <a:srgbClr val="1B5E2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" y="1920240"/>
            <a:ext cx="502920" cy="50292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19202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D6A7"/>
                </a:solidFill>
              </a:rPr>
              <a:t>Convenient Shopping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192024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Eliminate physical travel; let users browse and order from the comfort of their homes.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596896"/>
            <a:ext cx="8412480" cy="658368"/>
          </a:xfrm>
          <a:prstGeom prst="rect">
            <a:avLst/>
          </a:prstGeom>
          <a:solidFill>
            <a:srgbClr val="1B5E2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0624" y="2670048"/>
            <a:ext cx="502920" cy="50292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" y="26700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51560" y="267004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D6A7"/>
                </a:solidFill>
              </a:rPr>
              <a:t>Easy Price Comparison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83280" y="2670048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Display all products with prices clearly so users can make informed purchasing decisions.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346704"/>
            <a:ext cx="8412480" cy="658368"/>
          </a:xfrm>
          <a:prstGeom prst="rect">
            <a:avLst/>
          </a:prstGeom>
          <a:solidFill>
            <a:srgbClr val="1B5E2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0624" y="3419856"/>
            <a:ext cx="502920" cy="50292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" y="341985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51560" y="3419856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D6A7"/>
                </a:solidFill>
              </a:rPr>
              <a:t>Secure Transactions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83280" y="3419856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Ensure safe user authentication, order processing, and payment handling.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8412480" cy="658368"/>
          </a:xfrm>
          <a:prstGeom prst="rect">
            <a:avLst/>
          </a:prstGeom>
          <a:solidFill>
            <a:srgbClr val="1B5E2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0624" y="4169664"/>
            <a:ext cx="502920" cy="50292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0624" y="41696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51560" y="4169664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D6A7"/>
                </a:solidFill>
              </a:rPr>
              <a:t>Admin Control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0" y="4169664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Give admins full control to manage products, orders, and user accounts efficiently.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Technology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97280"/>
            <a:ext cx="2697480" cy="4572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972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🖥️  Frontend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</a:rPr>
              <a:t>HTML5 • CSS3 • JavaScript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1097280"/>
            <a:ext cx="269748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0972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⚙️  Backend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37560" y="164592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</a:rPr>
              <a:t>Python / Flask or PHP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80760" y="109728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80760" y="1097280"/>
            <a:ext cx="2697480" cy="45720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0972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🗄️  Database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164592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</a:rPr>
              <a:t>MySQL / SQLite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292608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926080"/>
            <a:ext cx="2697480" cy="457200"/>
          </a:xfrm>
          <a:prstGeom prst="rect">
            <a:avLst/>
          </a:prstGeom>
          <a:solidFill>
            <a:srgbClr val="BF360C"/>
          </a:solidFill>
          <a:ln w="12700">
            <a:solidFill>
              <a:srgbClr val="BF360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9260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🛠️  Dev Tools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47472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</a:rPr>
              <a:t>VS Code • XAMPP • Git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00400" y="292608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0" y="2926080"/>
            <a:ext cx="2697480" cy="457200"/>
          </a:xfrm>
          <a:prstGeom prst="rect">
            <a:avLst/>
          </a:prstGeom>
          <a:solidFill>
            <a:srgbClr val="0277BD"/>
          </a:solidFill>
          <a:ln w="12700">
            <a:solidFill>
              <a:srgbClr val="0277B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29260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☁️  Hosting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37560" y="347472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</a:rPr>
              <a:t>Local / Cloud Server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080760" y="292608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80760" y="2926080"/>
            <a:ext cx="2697480" cy="457200"/>
          </a:xfrm>
          <a:prstGeom prst="rect">
            <a:avLst/>
          </a:prstGeom>
          <a:solidFill>
            <a:srgbClr val="558B2F"/>
          </a:solidFill>
          <a:ln w="12700">
            <a:solidFill>
              <a:srgbClr val="558B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2200" y="29260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🔐  Security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17920" y="347472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</a:rPr>
              <a:t>Session Auth • Password Hash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Use Case Diagram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1005840"/>
            <a:ext cx="41148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663440" y="1030986"/>
            <a:ext cx="4206240" cy="4137660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46320" y="10972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</a:rPr>
              <a:t>👤 User Actions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846320" y="160020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▸  Registration &amp; Login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0" y="198424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▸  View Products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846320" y="236829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▸  Add to Cart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846320" y="275234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▸  Buy Product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846320" y="313639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▸  Reviews &amp; Feedback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754880" y="3657600"/>
            <a:ext cx="3840480" cy="36576"/>
          </a:xfrm>
          <a:prstGeom prst="rect">
            <a:avLst/>
          </a:prstGeom>
          <a:solidFill>
            <a:srgbClr val="A5D6A7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46320" y="3749040"/>
            <a:ext cx="38404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</a:rPr>
              <a:t>🔧 Admin Actions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846320" y="4146804"/>
            <a:ext cx="38404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▸  Manage Products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846320" y="4503420"/>
            <a:ext cx="3840480" cy="237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▸  Manage Orders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846320" y="4809744"/>
            <a:ext cx="3840480" cy="237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▸  Manage Account Details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Activity Diagram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1005840"/>
            <a:ext cx="384048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389120" y="1005840"/>
            <a:ext cx="44805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572000" y="109728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7D32"/>
                </a:solidFill>
              </a:rPr>
              <a:t>Process Flow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572000" y="1636776"/>
            <a:ext cx="347472" cy="3474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0" y="16367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16002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</a:rPr>
              <a:t>Customer Starts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675120" y="16002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System shows products &amp; offers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0" y="2167128"/>
            <a:ext cx="347472" cy="3474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0" y="21671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2130552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</a:rPr>
              <a:t>Search Products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75120" y="213055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Check availability → show or out-of-stock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0" y="2697480"/>
            <a:ext cx="347472" cy="3474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0" y="26974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29200" y="266090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</a:rPr>
              <a:t>Add to Cart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675120" y="2660904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Select product option &amp; quantity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0" y="3227832"/>
            <a:ext cx="347472" cy="3474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0" y="322783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029200" y="3191256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</a:rPr>
              <a:t>Checkout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675120" y="3191256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Display purchase information form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0" y="3758184"/>
            <a:ext cx="347472" cy="3474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0" y="37581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0" y="3721608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</a:rPr>
              <a:t>Order Confirmed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675120" y="372160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Display order &amp; shipping details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0" y="4288536"/>
            <a:ext cx="347472" cy="3474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2000" y="428853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029200" y="42519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</a:rPr>
              <a:t>Delivery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675120" y="42519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Courier ships product to customer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Data Flow Diagrams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82880" y="1005840"/>
            <a:ext cx="41148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" y="1005840"/>
            <a:ext cx="4114800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0 DFD — Context Diagram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3840480" cy="32461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005840"/>
            <a:ext cx="42976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005840"/>
            <a:ext cx="4297680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54880" y="10058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1 DFD — System Modules</a:t>
            </a:r>
            <a:endParaRPr lang="en-US" sz="13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4880" y="1463040"/>
            <a:ext cx="41148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Entity Relationship Diagram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005840"/>
            <a:ext cx="502920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0" y="1005840"/>
            <a:ext cx="3291840" cy="3931920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806440" y="10972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</a:rPr>
              <a:t>Entities &amp; Relationships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806440" y="1600200"/>
            <a:ext cx="3017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97880" y="1636776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</a:rPr>
              <a:t>Customer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897880" y="190195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Buys → Products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Belongs → Online Shopping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Does → Payment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806440" y="2468880"/>
            <a:ext cx="3017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97880" y="2505456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</a:rPr>
              <a:t>Products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897880" y="277063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Has → Category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Added to → Cart Item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806440" y="3337560"/>
            <a:ext cx="3017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97880" y="3374136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</a:rPr>
              <a:t>Payment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897880" y="363931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Done → Cart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806440" y="4206240"/>
            <a:ext cx="3017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97880" y="4242816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</a:rPr>
              <a:t>Cart Item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897880" y="450799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Made → Cart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Key Modules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2743200" cy="1645920"/>
          </a:xfrm>
          <a:prstGeom prst="rect">
            <a:avLst/>
          </a:prstGeom>
          <a:solidFill>
            <a:srgbClr val="1B5E20"/>
          </a:solidFill>
          <a:ln w="12700">
            <a:solidFill>
              <a:srgbClr val="388E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097280"/>
            <a:ext cx="822960" cy="82296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10972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96596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5D6A7"/>
                </a:solidFill>
              </a:rPr>
              <a:t>Login 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31343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Registration, authentication, logout, forgot password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2743200" cy="1645920"/>
          </a:xfrm>
          <a:prstGeom prst="rect">
            <a:avLst/>
          </a:prstGeom>
          <a:solidFill>
            <a:srgbClr val="1B5E20"/>
          </a:solidFill>
          <a:ln w="12700">
            <a:solidFill>
              <a:srgbClr val="388E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1097280"/>
            <a:ext cx="822960" cy="82296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10972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91840" y="196596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5D6A7"/>
                </a:solidFill>
              </a:rPr>
              <a:t>Customer Management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231343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User profile, address, account details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005840"/>
            <a:ext cx="2743200" cy="1645920"/>
          </a:xfrm>
          <a:prstGeom prst="rect">
            <a:avLst/>
          </a:prstGeom>
          <a:solidFill>
            <a:srgbClr val="1B5E20"/>
          </a:solidFill>
          <a:ln w="12700">
            <a:solidFill>
              <a:srgbClr val="388E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0" y="1097280"/>
            <a:ext cx="822960" cy="82296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0" y="10972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🛍️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217920" y="196596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5D6A7"/>
                </a:solidFill>
              </a:rPr>
              <a:t>Shopping Management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231343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Browse categories, search, filter products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926080"/>
            <a:ext cx="2743200" cy="1645920"/>
          </a:xfrm>
          <a:prstGeom prst="rect">
            <a:avLst/>
          </a:prstGeom>
          <a:solidFill>
            <a:srgbClr val="1B5E20"/>
          </a:solidFill>
          <a:ln w="12700">
            <a:solidFill>
              <a:srgbClr val="388E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88720" y="3017520"/>
            <a:ext cx="822960" cy="82296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30175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🛒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38862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5D6A7"/>
                </a:solidFill>
              </a:rPr>
              <a:t>Cart &amp; Checkout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" y="423367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Add to cart, update quantity, checkout flow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0" y="2926080"/>
            <a:ext cx="2743200" cy="1645920"/>
          </a:xfrm>
          <a:prstGeom prst="rect">
            <a:avLst/>
          </a:prstGeom>
          <a:solidFill>
            <a:srgbClr val="1B5E20"/>
          </a:solidFill>
          <a:ln w="12700">
            <a:solidFill>
              <a:srgbClr val="388E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0" y="3017520"/>
            <a:ext cx="822960" cy="82296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0" y="30175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291840" y="38862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5D6A7"/>
                </a:solidFill>
              </a:rPr>
              <a:t>Order Management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91840" y="423367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Place orders, admin verifies and tracks 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26480" y="2926080"/>
            <a:ext cx="2743200" cy="1645920"/>
          </a:xfrm>
          <a:prstGeom prst="rect">
            <a:avLst/>
          </a:prstGeom>
          <a:solidFill>
            <a:srgbClr val="1B5E20"/>
          </a:solidFill>
          <a:ln w="12700">
            <a:solidFill>
              <a:srgbClr val="388E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0880" y="3017520"/>
            <a:ext cx="822960" cy="82296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40880" y="30175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💳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217920" y="38862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5D6A7"/>
                </a:solidFill>
              </a:rPr>
              <a:t>Payment Management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17920" y="423367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Cash on delivery; future: online payment gateways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Functional Requirements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161288"/>
            <a:ext cx="292608" cy="29260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1612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1097280"/>
            <a:ext cx="3657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Registration &amp; Login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783080"/>
            <a:ext cx="292608" cy="29260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783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719072"/>
            <a:ext cx="3657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View &amp; Search Products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2404872"/>
            <a:ext cx="292608" cy="29260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4048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2340864"/>
            <a:ext cx="3657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Add to Cart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74320" y="3026664"/>
            <a:ext cx="292608" cy="29260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302666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2962656"/>
            <a:ext cx="3657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Product Details (name, price, image)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648456"/>
            <a:ext cx="292608" cy="29260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36484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" y="3584448"/>
            <a:ext cx="3657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Checkout with Delivery Info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74320" y="4270248"/>
            <a:ext cx="292608" cy="29260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2702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4206240"/>
            <a:ext cx="3657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Cash on Delivery Payment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0" y="1051560"/>
            <a:ext cx="36576" cy="3840480"/>
          </a:xfrm>
          <a:prstGeom prst="rect">
            <a:avLst/>
          </a:prstGeom>
          <a:solidFill>
            <a:srgbClr val="A5D6A7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1161288"/>
            <a:ext cx="292608" cy="29260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11612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138928" y="1097280"/>
            <a:ext cx="3657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Admin: Add / Edit / Delete Products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54880" y="1783080"/>
            <a:ext cx="292608" cy="29260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1783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38928" y="1719072"/>
            <a:ext cx="3657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Admin: Verify &amp; Update Orders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54880" y="2404872"/>
            <a:ext cx="292608" cy="29260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24048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38928" y="2340864"/>
            <a:ext cx="3657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Logout &amp; Forgot Password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54880" y="3026664"/>
            <a:ext cx="292608" cy="29260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302666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138928" y="2962656"/>
            <a:ext cx="3657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User Feedback &amp; Reviews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754880" y="3648456"/>
            <a:ext cx="292608" cy="29260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36484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38928" y="3584448"/>
            <a:ext cx="3657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Delivery Time Slot Selection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754880" y="4270248"/>
            <a:ext cx="292608" cy="29260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0" y="42702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138928" y="4206240"/>
            <a:ext cx="3657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</a:rPr>
              <a:t>Order History &amp; Tracking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Data Dictionary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🗂️  Customer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389888"/>
            <a:ext cx="4114800" cy="274320"/>
          </a:xfrm>
          <a:prstGeom prst="rect">
            <a:avLst/>
          </a:prstGeom>
          <a:solidFill>
            <a:srgbClr val="ECEFF1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898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46E7A"/>
                </a:solidFill>
              </a:rPr>
              <a:t>Field Name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0" y="13898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46E7A"/>
                </a:solidFill>
              </a:rPr>
              <a:t>Data Type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64208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664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B1B"/>
                </a:solidFill>
              </a:rPr>
              <a:t>username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66420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VARCHAR(20)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956816"/>
            <a:ext cx="4114800" cy="292608"/>
          </a:xfrm>
          <a:prstGeom prst="rect">
            <a:avLst/>
          </a:prstGeom>
          <a:solidFill>
            <a:srgbClr val="E8F5E9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956816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B1B"/>
                </a:solidFill>
              </a:rPr>
              <a:t>password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60320" y="1956816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NUMBER(20)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249424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24942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B1B"/>
                </a:solidFill>
              </a:rPr>
              <a:t>address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560320" y="2249424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VARCHAR(20)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542032"/>
            <a:ext cx="4114800" cy="292608"/>
          </a:xfrm>
          <a:prstGeom prst="rect">
            <a:avLst/>
          </a:prstGeom>
          <a:solidFill>
            <a:srgbClr val="E8F5E9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54203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B1B"/>
                </a:solidFill>
              </a:rPr>
              <a:t>email_id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60320" y="25420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VARCHAR(20)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09160" y="1005840"/>
            <a:ext cx="4114800" cy="38404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10058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🗂️  Products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709160" y="1389888"/>
            <a:ext cx="4114800" cy="274320"/>
          </a:xfrm>
          <a:prstGeom prst="rect">
            <a:avLst/>
          </a:prstGeom>
          <a:solidFill>
            <a:srgbClr val="ECEFF1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3898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46E7A"/>
                </a:solidFill>
              </a:rPr>
              <a:t>Field Name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95160" y="13898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46E7A"/>
                </a:solidFill>
              </a:rPr>
              <a:t>Data Type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09160" y="1664208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166420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B1B"/>
                </a:solidFill>
              </a:rPr>
              <a:t>P_ID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95160" y="166420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NUMBER(20)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09160" y="1956816"/>
            <a:ext cx="4114800" cy="292608"/>
          </a:xfrm>
          <a:prstGeom prst="rect">
            <a:avLst/>
          </a:prstGeom>
          <a:solidFill>
            <a:srgbClr val="E8F5E9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1956816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B1B"/>
                </a:solidFill>
              </a:rPr>
              <a:t>P_name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95160" y="1956816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VARCHAR(20)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09160" y="2249424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224942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B1B"/>
                </a:solidFill>
              </a:rPr>
              <a:t>P_price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95160" y="2249424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NUMBER(20)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09160" y="2542032"/>
            <a:ext cx="4114800" cy="292608"/>
          </a:xfrm>
          <a:prstGeom prst="rect">
            <a:avLst/>
          </a:prstGeom>
          <a:solidFill>
            <a:srgbClr val="E8F5E9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00600" y="254203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B1B"/>
                </a:solidFill>
              </a:rPr>
              <a:t>P_model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95160" y="25420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VARCHAR(20)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74320" y="3035808"/>
            <a:ext cx="4114800" cy="38404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0358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🗂️  Payment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74320" y="3419856"/>
            <a:ext cx="4114800" cy="274320"/>
          </a:xfrm>
          <a:prstGeom prst="rect">
            <a:avLst/>
          </a:prstGeom>
          <a:solidFill>
            <a:srgbClr val="ECEFF1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41985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46E7A"/>
                </a:solidFill>
              </a:rPr>
              <a:t>Field Name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2560320" y="341985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46E7A"/>
                </a:solidFill>
              </a:rPr>
              <a:t>Data Type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74320" y="3694176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94176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B1B"/>
                </a:solidFill>
              </a:rPr>
              <a:t>payment_id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560320" y="3694176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NUMBER(20)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74320" y="3986784"/>
            <a:ext cx="4114800" cy="292608"/>
          </a:xfrm>
          <a:prstGeom prst="rect">
            <a:avLst/>
          </a:prstGeom>
          <a:solidFill>
            <a:srgbClr val="E8F5E9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398678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B1B"/>
                </a:solidFill>
              </a:rPr>
              <a:t>amount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560320" y="3986784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NUMBER(20)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74320" y="4279392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2793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B1B"/>
                </a:solidFill>
              </a:rPr>
              <a:t>payment_type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560320" y="427939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VARCHAR(20)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709160" y="3035808"/>
            <a:ext cx="4114800" cy="384048"/>
          </a:xfrm>
          <a:prstGeom prst="rect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0600" y="30358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🗂️  Cart Item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4709160" y="3419856"/>
            <a:ext cx="4114800" cy="274320"/>
          </a:xfrm>
          <a:prstGeom prst="rect">
            <a:avLst/>
          </a:prstGeom>
          <a:solidFill>
            <a:srgbClr val="ECEFF1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00600" y="341985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46E7A"/>
                </a:solidFill>
              </a:rPr>
              <a:t>Field Name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995160" y="341985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46E7A"/>
                </a:solidFill>
              </a:rPr>
              <a:t>Data Type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709160" y="3694176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00600" y="3694176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B1B"/>
                </a:solidFill>
              </a:rPr>
              <a:t>cart_id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995160" y="3694176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NUMBER(20)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4709160" y="3986784"/>
            <a:ext cx="4114800" cy="292608"/>
          </a:xfrm>
          <a:prstGeom prst="rect">
            <a:avLst/>
          </a:prstGeom>
          <a:solidFill>
            <a:srgbClr val="E8F5E9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00600" y="398678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B1B"/>
                </a:solidFill>
              </a:rPr>
              <a:t>total_cost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995160" y="3986784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NUMBER(20)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4709160" y="4279392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42793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1B1B"/>
                </a:solidFill>
              </a:rPr>
              <a:t>quantity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995160" y="427939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VARCHAR(20)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UI Design — Login &amp; Product Catalog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82880" y="1005840"/>
            <a:ext cx="42062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" y="1005840"/>
            <a:ext cx="4206240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🔑  Login Page</a:t>
            </a:r>
            <a:endParaRPr lang="en-US" sz="1400" dirty="0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" y="2032730"/>
            <a:ext cx="4023360" cy="225639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005840"/>
            <a:ext cx="42976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005840"/>
            <a:ext cx="4297680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00600" y="100584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🛍️  Product Catalog</a:t>
            </a:r>
            <a:endParaRPr lang="en-US" sz="14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4880" y="1481328"/>
            <a:ext cx="4114800" cy="32735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UI Design — Cart &amp; Checkout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82880" y="1005840"/>
            <a:ext cx="42062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" y="1005840"/>
            <a:ext cx="4206240" cy="41148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🛒  Shopping Cart</a:t>
            </a:r>
            <a:endParaRPr lang="en-US" sz="1400" dirty="0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" y="1528080"/>
            <a:ext cx="4023360" cy="316233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005840"/>
            <a:ext cx="42976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005840"/>
            <a:ext cx="4297680" cy="411480"/>
          </a:xfrm>
          <a:prstGeom prst="rect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00600" y="100584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📋  Checkout Page</a:t>
            </a:r>
            <a:endParaRPr lang="en-US" sz="1400" dirty="0"/>
          </a:p>
        </p:txBody>
      </p:sp>
      <p:pic>
        <p:nvPicPr>
          <p:cNvPr id="11" name="Imag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4880" y="2176895"/>
            <a:ext cx="4114800" cy="188241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Future Scope &amp; Enhancements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54864" cy="10972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88720" y="11887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</a:rPr>
              <a:t>Subscription Services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554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Recurring orders for frequently purchased items — auto-replenishment.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97280"/>
            <a:ext cx="54864" cy="10972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23560" y="11887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</a:rPr>
              <a:t>Mobile App (iOS/Android)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23560" y="1554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Native mobile app for on-the-go shopping with push notifications.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395728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395728"/>
            <a:ext cx="54864" cy="10972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487168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🍽️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188720" y="248716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</a:rPr>
              <a:t>Recipe Integration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285292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Browse recipes and auto-add required ingredients to cart.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2395728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2395728"/>
            <a:ext cx="54864" cy="10972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487168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💳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5623560" y="248716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</a:rPr>
              <a:t>Advanced Payments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623560" y="285292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Credit/debit cards, digital wallets, net banking beyond Cash on Delivery.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694176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694176"/>
            <a:ext cx="54864" cy="10972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785616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188720" y="3785616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</a:rPr>
              <a:t>AI Recommendations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88720" y="4151376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Personalized product suggestions based on purchase history.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09160" y="3694176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3694176"/>
            <a:ext cx="54864" cy="10972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3785616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🗺️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623560" y="3785616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</a:rPr>
              <a:t>Multi-Store Support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623560" y="4151376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</a:rPr>
              <a:t>Expand to manage multiple store locations, inventory, and fulfilment.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Conclusion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200400" y="914400"/>
            <a:ext cx="2743200" cy="36576"/>
          </a:xfrm>
          <a:prstGeom prst="rect">
            <a:avLst/>
          </a:prstGeom>
          <a:solidFill>
            <a:srgbClr val="A5D6A7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097280"/>
            <a:ext cx="7680960" cy="530352"/>
          </a:xfrm>
          <a:prstGeom prst="rect">
            <a:avLst/>
          </a:prstGeom>
          <a:solidFill>
            <a:srgbClr val="1B5E2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097280"/>
            <a:ext cx="7315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🕐  Saves time — no physical travel, crowds, or waiting in queues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719072"/>
            <a:ext cx="7680960" cy="530352"/>
          </a:xfrm>
          <a:prstGeom prst="rect">
            <a:avLst/>
          </a:prstGeom>
          <a:solidFill>
            <a:srgbClr val="1B5E2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719072"/>
            <a:ext cx="7315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🌐  24/7 availability — shop from the comfort of home, anytime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2340864"/>
            <a:ext cx="7680960" cy="530352"/>
          </a:xfrm>
          <a:prstGeom prst="rect">
            <a:avLst/>
          </a:prstGeom>
          <a:solidFill>
            <a:srgbClr val="1B5E2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340864"/>
            <a:ext cx="7315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💰  Easy price comparison with just a few clicks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962656"/>
            <a:ext cx="7680960" cy="530352"/>
          </a:xfrm>
          <a:prstGeom prst="rect">
            <a:avLst/>
          </a:prstGeom>
          <a:solidFill>
            <a:srgbClr val="1B5E2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962656"/>
            <a:ext cx="7315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🚚  Reliable home delivery at selected time slots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584448"/>
            <a:ext cx="7680960" cy="530352"/>
          </a:xfrm>
          <a:prstGeom prst="rect">
            <a:avLst/>
          </a:prstGeom>
          <a:solidFill>
            <a:srgbClr val="1B5E2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584448"/>
            <a:ext cx="7315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⭐  Customers can give feedback and reviews for better service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206240"/>
            <a:ext cx="7680960" cy="530352"/>
          </a:xfrm>
          <a:prstGeom prst="rect">
            <a:avLst/>
          </a:prstGeom>
          <a:solidFill>
            <a:srgbClr val="1B5E2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206240"/>
            <a:ext cx="7315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📈  Scalable platform with a strong roadmap for future enhancements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0" y="4572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0" dirty="0">
                <a:solidFill>
                  <a:srgbClr val="000000"/>
                </a:solidFill>
              </a:rPr>
              <a:t>🛒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FFFFF"/>
                </a:solidFill>
              </a:rPr>
              <a:t>Thank You!</a:t>
            </a:r>
            <a:endParaRPr lang="en-US" sz="5000" dirty="0"/>
          </a:p>
        </p:txBody>
      </p:sp>
      <p:sp>
        <p:nvSpPr>
          <p:cNvPr id="6" name="Shape 4"/>
          <p:cNvSpPr/>
          <p:nvPr/>
        </p:nvSpPr>
        <p:spPr>
          <a:xfrm>
            <a:off x="2771335" y="3014003"/>
            <a:ext cx="3657600" cy="45720"/>
          </a:xfrm>
          <a:prstGeom prst="rect">
            <a:avLst/>
          </a:prstGeom>
          <a:solidFill>
            <a:srgbClr val="A5D6A7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0" y="45720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822</Words>
  <Application>Microsoft Office PowerPoint</Application>
  <PresentationFormat>On-screen Show (16:9)</PresentationFormat>
  <Paragraphs>250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Online Grocery Management System</dc:title>
  <dc:subject>PptxGenJS Presentation</dc:subject>
  <dc:creator>PptxGenJS</dc:creator>
  <cp:lastModifiedBy>Microsoft account</cp:lastModifiedBy>
  <cp:revision>3</cp:revision>
  <dcterms:created xsi:type="dcterms:W3CDTF">2026-03-05T10:03:13Z</dcterms:created>
  <dcterms:modified xsi:type="dcterms:W3CDTF">2026-03-06T09:59:52Z</dcterms:modified>
</cp:coreProperties>
</file>